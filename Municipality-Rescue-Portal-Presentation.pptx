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73152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Municipality</a:t>
            </a:r>
            <a:endParaRPr lang="en-US" sz="4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Rescue Portal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System for Philippine Municipalities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743200" y="4114800"/>
            <a:ext cx="365760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rescue coordination  •  GPS tracking  •  Multi-tenant SaaS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2 (Cagayan Valley)  •  93 Local Government Units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emergency response in Philippine municipalities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Response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1810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call hotlines that may not answer, average response time exceeds 15+ minutes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331720"/>
            <a:ext cx="8046720" cy="73152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688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463040" y="26791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track where residents are or where rescue teams are dispatched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200400"/>
            <a:ext cx="8046720" cy="73152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375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Logs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463040" y="35478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records kept in logbooks, making triage and reporting impossible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4069080"/>
            <a:ext cx="8046720" cy="73152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0624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Coordination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463040" y="44165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PNP, BFP, and MDRRMO operate in silos with no shared incident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digital emergency response platform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246888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600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Onboarding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scan their municipality's QR code to register instantly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37560" y="1417320"/>
            <a:ext cx="246888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0440" y="160020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70992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60520" y="1600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Tracking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52044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map with alert pins showing exact incident locations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0760" y="1417320"/>
            <a:ext cx="246888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63640" y="16002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70992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03720" y="1600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SOS Alerts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6364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emergency button sends GPS + details to dispatch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94360" y="3154680"/>
            <a:ext cx="246888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3337560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44728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3337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77240" y="3931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Dispatcher, Rescue Team, Staff — each with tailored views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337560" y="3154680"/>
            <a:ext cx="246888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520440" y="333756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168" y="3447288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160520" y="3337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Hotline Directory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520440" y="3931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LGU hotlines (PNP, BFP, MDRRMO) searchable by municipality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80760" y="3154680"/>
            <a:ext cx="246888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63640" y="333756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3447288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03720" y="3337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Logs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263640" y="3931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incident history with type, timestamps, and status tracking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Resident Journey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QR code scan to rescue arrival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5087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14356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Code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011680" y="1737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scans municipality QR code posted at barangay halls, municipal offices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86968" y="1965960"/>
            <a:ext cx="0" cy="164592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176272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176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21992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11680" y="2148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011680" y="24505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name, phone, ID, address. Municipality auto-detected from QR link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86968" y="2679192"/>
            <a:ext cx="0" cy="164592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2889504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8895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935224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011680" y="28620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Approved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2011680" y="316382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 and approves the resident. Account activated instantly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86968" y="3392424"/>
            <a:ext cx="0" cy="164592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0080" y="3602736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9"/>
          <p:cNvSpPr/>
          <p:nvPr/>
        </p:nvSpPr>
        <p:spPr>
          <a:xfrm>
            <a:off x="640080" y="36027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648456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011680" y="35753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SOS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2011680" y="387705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emergency button with GPS location, emergency type selection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886968" y="4105656"/>
            <a:ext cx="0" cy="164592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40080" y="4315968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0" name="Text 24"/>
          <p:cNvSpPr/>
          <p:nvPr/>
        </p:nvSpPr>
        <p:spPr>
          <a:xfrm>
            <a:off x="640080" y="4315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361688"/>
            <a:ext cx="411480" cy="4114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2011680" y="42885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Rescue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2011680" y="45902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updates: Received → Dispatched → On the Way → Resolved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Command Center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operational control for municipality administrators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459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75564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Dashboard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80160" y="1783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with real-time incident pins, color-coded by emergency type and severity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384048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164592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75564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Management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0" y="1783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details, update status, assign rescue teams, escalate across municipalities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2651760"/>
            <a:ext cx="384048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85800" y="292608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03580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2761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Verification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280160" y="3063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registrations, approve/reject with ID verification, manage resident database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54880" y="2651760"/>
            <a:ext cx="384048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92040" y="292608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303580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2761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Management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0" y="3063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rescue teams, assign members, track availability and deployment status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3931920"/>
            <a:ext cx="384048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85800" y="420624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315968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80160" y="4041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Poster Generator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280160" y="4343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printable QR code posters for barangay distribution with municipality branding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754880" y="3931920"/>
            <a:ext cx="384048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892040" y="42062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4315968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86400" y="4041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&amp; Config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486400" y="4343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org name, contact info, coverage area, emergency types, SOS forwarding rules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Role-Based Access Control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distinct roles, each with tailored dashboards and permissions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56032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control. Manage tenants, create staff accounts, monitor all municipalities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56032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371600"/>
            <a:ext cx="256032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965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Municipality owner. Approve residents, manage teams, configure organization settings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56032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371600"/>
            <a:ext cx="256032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965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incident triage. Assign rescue teams, update statuses, coordinate response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256032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54680"/>
            <a:ext cx="256032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83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 Team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operations. View assigned incidents, update progress, GPS navigation to scene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3154680"/>
            <a:ext cx="256032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315468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3383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7472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operations. View incidents, assist with admin tasks, limited permissions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3154680"/>
            <a:ext cx="256032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154680"/>
            <a:ext cx="2560320" cy="7315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3383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0936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SOS alerts, track rescue progress, view incident history, update profile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Multi-Tenant SaaS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unlimited municipalities — each fully isolated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463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1764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codebase deployed on Vercel + Supabase. Zero per-tenant maintenance overhead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804672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231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331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Isolation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463040" y="26334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municipality's data is completely isolated via organization_id. No cross-tenant leakage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154680"/>
            <a:ext cx="804672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918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200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QR-Based Onboarding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463040" y="35021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tenant gets unique QR codes. Residents scan to auto-join the right municipality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6052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4069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Cross-Municipality SOS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463040" y="43708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outside coverage area auto-forward to the correct neighboring municipality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94560" y="11887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Router), React, TypeScript, Tailwind CSS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17373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Routes, Supabase (PostgreSQL + Auth + Storage)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94560" y="22860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with OpenStreetMap, real-time incident pins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94560" y="2834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(auto-deploy from GitHub), CDN-backed globally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94560" y="33832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with role-based access, multi-tenant org isolation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8046720" cy="9601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114800"/>
            <a:ext cx="411480" cy="4114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7160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 Ready — PWA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371600" y="43891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is a Progressive Web App (PWA). Users install it directly from their browser on any Android or iOS device — no app store required. Works offline for cached pages.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Region 2 Coverage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Cagayan Valley — 5 Provinces, 4 Cities, 89 Municipalities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87452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LGUs Covered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1371600"/>
            <a:ext cx="187452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141732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279+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97480" y="20574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Hotlines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187452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41732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846320" y="20574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1371600"/>
            <a:ext cx="187452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95160" y="141732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995160" y="20574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788920"/>
            <a:ext cx="80467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Cagayan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LGUs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2788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Tuguegarao City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227832"/>
            <a:ext cx="804672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227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Isabela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17520" y="32278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LGUs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32278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province, most complete hotline data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666744"/>
            <a:ext cx="80467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6667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Vizcaya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17520" y="36667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LGUs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0" y="36667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Bayombong, Solano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105656"/>
            <a:ext cx="804672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1056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Quirino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17520" y="41056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LGUs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0" y="41056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Cabarroguis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544568"/>
            <a:ext cx="80467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5445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Batanes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017520" y="45445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LGUs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0" y="4544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Northernmost province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4572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Deploy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 municipality today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2926080"/>
            <a:ext cx="246888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2926080"/>
            <a:ext cx="24688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474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full platform in action with test data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66160" y="2926080"/>
            <a:ext cx="246888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66160" y="2926080"/>
            <a:ext cx="24688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374904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Setup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749040" y="3474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configure your municipality in under 48 hours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0" y="2926080"/>
            <a:ext cx="246888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0" y="2926080"/>
            <a:ext cx="24688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3"/>
          <p:cNvSpPr/>
          <p:nvPr/>
        </p:nvSpPr>
        <p:spPr>
          <a:xfrm>
            <a:off x="658368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Region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583680" y="3474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across all 93 LGUs with central super-admin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0" y="4343400"/>
            <a:ext cx="365760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gianronaldang@gmail.com  •  rescue-portal.vercel.app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" y="4754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Municipality Rescue Portal  •  All Rights Reserved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Municipality Rescue Portal - Emergency Response System</dc:title>
  <dc:subject>PptxGenJS Presentation</dc:subject>
  <dc:creator>Municipality Rescue Portal</dc:creator>
  <cp:lastModifiedBy>Municipality Rescue Portal</cp:lastModifiedBy>
  <cp:revision>1</cp:revision>
  <dcterms:created xsi:type="dcterms:W3CDTF">2026-06-22T13:12:28Z</dcterms:created>
  <dcterms:modified xsi:type="dcterms:W3CDTF">2026-06-22T13:12:28Z</dcterms:modified>
</cp:coreProperties>
</file>